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_rels/slide18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01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Beta version · 10 июля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Nexus: мессенджер нового поколения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Личные чаты, быстрый вход, медиа-сообщения и собственный визуальный стиль — в первой веб-бета версии продукта.</a:t>
            </a:r>
          </a:p>
        </p:txBody>
      </p:sp>
      <p:sp>
        <p:nvSpPr>
          <p:cNvPr id="20" name="Shape 20"/>
          <p:cNvSpPr/>
          <p:nvPr/>
        </p:nvSpPr>
        <p:spPr>
          <a:xfrm>
            <a:off x="9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1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Web / PWA</a:t>
            </a:r>
          </a:p>
        </p:txBody>
      </p:sp>
      <p:sp>
        <p:nvSpPr>
          <p:cNvPr id="21" name="Shape 21"/>
          <p:cNvSpPr/>
          <p:nvPr/>
        </p:nvSpPr>
        <p:spPr>
          <a:xfrm>
            <a:off x="35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6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RU / EN</a:t>
            </a:r>
          </a:p>
        </p:txBody>
      </p:sp>
      <p:sp>
        <p:nvSpPr>
          <p:cNvPr id="22" name="Shape 22"/>
          <p:cNvSpPr/>
          <p:nvPr/>
        </p:nvSpPr>
        <p:spPr>
          <a:xfrm>
            <a:off x="60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Direct chats</a:t>
            </a:r>
          </a:p>
        </p:txBody>
      </p:sp>
      <p:sp>
        <p:nvSpPr>
          <p:cNvPr id="23" name="Shape 23"/>
          <p:cNvSpPr/>
          <p:nvPr/>
        </p:nvSpPr>
        <p:spPr>
          <a:xfrm>
            <a:off x="86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7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Nexus ID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11 марта — 10 июля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599555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02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Идея продукта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Простой, быстрый и безопасный способ личного общения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Nexus создаётся как современный мессенджер для широкой аудитории. Первая версия сфокусирована на самом важном: зарегистрироваться, найти человека и начать личный чат.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Фокус: личные чаты 1-на-1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Идентичность: Nexus ID и username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Доступность: RU / EN и responsive web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Product vision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1199111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03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Почему это важно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Пользователям нужен мессенджер без лишнего шума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Многие приложения смешивают чаты, каналы, рекомендации и сложные сценарии. Nexus начинает с чистого личного общения и понятного входа.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Меньше перегруза интерфейса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Быстрый доступ и восстановление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Собственный узнаваемый стиль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Стабильная база для будущего роста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Market context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1798666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04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Решение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Nexus Beta — рабочий web-MVP без звонков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Бета показывает полный базовый путь пользователя: регистрация, вход, профиль, настройки, личные чаты, медиа, реакции, статусы и realtime-события.</a:t>
            </a:r>
          </a:p>
        </p:txBody>
      </p:sp>
      <p:sp>
        <p:nvSpPr>
          <p:cNvPr id="20" name="Shape 20"/>
          <p:cNvSpPr/>
          <p:nvPr/>
        </p:nvSpPr>
        <p:spPr>
          <a:xfrm>
            <a:off x="9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1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1:1 личные чаты</a:t>
            </a:r>
          </a:p>
        </p:txBody>
      </p:sp>
      <p:sp>
        <p:nvSpPr>
          <p:cNvPr id="21" name="Shape 21"/>
          <p:cNvSpPr/>
          <p:nvPr/>
        </p:nvSpPr>
        <p:spPr>
          <a:xfrm>
            <a:off x="35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6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16-значный Nexus ID</a:t>
            </a:r>
          </a:p>
        </p:txBody>
      </p:sp>
      <p:sp>
        <p:nvSpPr>
          <p:cNvPr id="22" name="Shape 22"/>
          <p:cNvSpPr/>
          <p:nvPr/>
        </p:nvSpPr>
        <p:spPr>
          <a:xfrm>
            <a:off x="60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2 языка интерфейса</a:t>
            </a:r>
          </a:p>
        </p:txBody>
      </p:sp>
      <p:sp>
        <p:nvSpPr>
          <p:cNvPr id="23" name="Shape 23"/>
          <p:cNvSpPr/>
          <p:nvPr/>
        </p:nvSpPr>
        <p:spPr>
          <a:xfrm>
            <a:off x="86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7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Upload до 100 МБ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Beta scope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2398222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05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Для кого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Для людей, которым нужен спокойный личный мессенджер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Nexus подходит для первых пользователей, партнёров и будущей аудитории, которая получит web, desktop и mobile-клиенты с единым UX.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Первые пользователи проверяют beta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Команды и партнёры оценивают потенциал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Будущая аудитория получает единый UX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Target users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2997777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06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Путь пользователя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От первого запуска до первого сообщения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Пользователь открывает Nexus, создаёт аккаунт, получает Nexus ID, настраивает доступ, находит человека и начинает личный чат.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Открывает Nexus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Создаёт аккаунт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Получает Nexus ID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Находит собеседника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Отправляет первое сообщение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Flow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3597333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07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Идентичность аккаунта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Nexus ID + username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Каждый пользователь получает постоянный публичный 16-значный Nexus ID и может выбрать username. Это даёт понятный способ найти человека без обязательной привязки к e-mail.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Вход по Nexus ID + пароль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Быстрый вход по PIN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Recovery code для восстановления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Username для удобного поиска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Account model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4196888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08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Коммуникация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В beta уже есть основа живого общения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Сообщения, медиа, реакции, голосовые записи и realtime-события делают демо похожим на настоящий мессенджер.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Text / photo / video / file / voice / emoji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WebSocket reconnect и новые сообщения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Typing и presence baseline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Sent / delivered / read статусы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Реакции emoji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Communication core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4796444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09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Дизайн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Собственный визуальный стиль Nexus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Интерфейс строится на мягких glass-панелях, аккуратной типографике, светящихся акцентах, адаптивной сетке и анимациях входа/загрузки.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Nexus Halo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Nexus Orbit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Nexus Aurora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Liquid Glass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Брендированный loader с буквой N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Visual system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5396000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10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Безопасность аккаунта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Базовая защита уже заложена в beta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Nexus хранит секреты безопаснее, поддерживает восстановление доступа и позволяет управлять доверенными устройствами.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Argon2-хеширование секретов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Recovery code хранится как hash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JWT access + refresh token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PIN только на доверенном устройстве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Активные устройства и история входов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Security baseline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5995555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11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Технологии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Современный web-stack с понятным развитием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Архитектура строится так, чтобы web-клиент стал фундаментом для Desktop и Mobile версий.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Frontend: React, Vite, React Router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Backend: FastAPI, async SQLAlchemy, Alembic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Realtime: WebSocket API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Storage: local dev baseline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PWA manifest и app icons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Architecture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6595111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12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Платформы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Сначала Web/PWA, затем Desktop и Mobile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Первая платформа — веб-версия N-Web/v1. После стабилизации планируется Desktop на Tauri + React и Mobile на React Native.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Web / PWA: первая платформа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Desktop: Tauri + React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Mobile: React Native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Единые продуктовые паттерны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Platform roadmap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7194666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13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Сроки разработки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11 марта — 10 июля: путь к beta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За четыре месяца проект прошёл путь от идеи и архитектуры до рабочей beta-версии, которую можно показывать и проверять.</a:t>
            </a:r>
          </a:p>
        </p:txBody>
      </p:sp>
      <p:sp>
        <p:nvSpPr>
          <p:cNvPr id="20" name="Shape 20"/>
          <p:cNvSpPr/>
          <p:nvPr/>
        </p:nvSpPr>
        <p:spPr>
          <a:xfrm>
            <a:off x="9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1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11 марта: старт идеи и scope</a:t>
            </a:r>
          </a:p>
        </p:txBody>
      </p:sp>
      <p:sp>
        <p:nvSpPr>
          <p:cNvPr id="21" name="Shape 21"/>
          <p:cNvSpPr/>
          <p:nvPr/>
        </p:nvSpPr>
        <p:spPr>
          <a:xfrm>
            <a:off x="35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6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Март–апрель: проектирование Web Core и UI</a:t>
            </a:r>
          </a:p>
        </p:txBody>
      </p:sp>
      <p:sp>
        <p:nvSpPr>
          <p:cNvPr id="22" name="Shape 22"/>
          <p:cNvSpPr/>
          <p:nvPr/>
        </p:nvSpPr>
        <p:spPr>
          <a:xfrm>
            <a:off x="60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Май: backend foundation и auth</a:t>
            </a:r>
          </a:p>
        </p:txBody>
      </p:sp>
      <p:sp>
        <p:nvSpPr>
          <p:cNvPr id="23" name="Shape 23"/>
          <p:cNvSpPr/>
          <p:nvPr/>
        </p:nvSpPr>
        <p:spPr>
          <a:xfrm>
            <a:off x="86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7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Июнь: app shell, профиль, настройки, чаты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Development timeline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7794222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14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Что готово в beta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Демонстрационный web MVP без звонков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Beta уже покрывает главные пользовательские сценарии и показывает направление продукта.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Регистрация, вход, recovery, PIN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Профиль, язык, тема, устройства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Direct chats и realtime reconnect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Фото, видео, файлы, voice, emoji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Реакции, статусы, typing/presence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Beta deliverables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8393777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15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Что не входит в beta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Бета честно ограничена, чтобы быстрее проверить ядро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Некоторые функции намеренно вынесены в следующие вехи, чтобы не перегружать первый демонстрационный MVP.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Нет аудиозвонков и screen sharing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Нет групповых чатов и каналов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Нет production object storage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Realtime пока single-process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E2EE и Telegram recovery bot позже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Scope control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8993333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16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Следующие шаги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От beta к публичному N-Web/v1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Дальше задача — стабилизировать ядро, усилить инфраструктуру, подготовить staging и перейти к релизным функциям.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Smoke-check и accessibility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Mobile polish и больше тестов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PostgreSQL/Redis окружение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Production media storage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Calls &amp; Release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Roadmap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9592888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17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Почему сейчас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700" dirty="0">
                <a:b/>
                <a:solidFill>
                  <a:srgbClr val="F7F9FF"/>
                </a:solidFill>
                <a:latin typeface="Manrope"/>
                <a:cs typeface="Manrope"/>
              </a:rPr>
              <a:t>База уже достаточно сильная для демонстрации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Nexus прошёл путь от архитектурного плана до работающей beta-версии с реальными сценариями пользователя. Теперь можно показывать продукт и собирать обратную связь.</a:t>
            </a:r>
          </a:p>
        </p:txBody>
      </p:sp>
      <p:sp>
        <p:nvSpPr>
          <p:cNvPr id="20" name="Shape 20"/>
          <p:cNvSpPr/>
          <p:nvPr/>
        </p:nvSpPr>
        <p:spPr>
          <a:xfrm>
            <a:off x="9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11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4 месяца разработки</a:t>
            </a:r>
          </a:p>
        </p:txBody>
      </p:sp>
      <p:sp>
        <p:nvSpPr>
          <p:cNvPr id="21" name="Shape 21"/>
          <p:cNvSpPr/>
          <p:nvPr/>
        </p:nvSpPr>
        <p:spPr>
          <a:xfrm>
            <a:off x="35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36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Рабочий Web MVP</a:t>
            </a:r>
          </a:p>
        </p:txBody>
      </p:sp>
      <p:sp>
        <p:nvSpPr>
          <p:cNvPr id="22" name="Shape 22"/>
          <p:cNvSpPr/>
          <p:nvPr/>
        </p:nvSpPr>
        <p:spPr>
          <a:xfrm>
            <a:off x="606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3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Готовность к feedback</a:t>
            </a:r>
          </a:p>
        </p:txBody>
      </p:sp>
      <p:sp>
        <p:nvSpPr>
          <p:cNvPr id="23" name="Shape 23"/>
          <p:cNvSpPr/>
          <p:nvPr/>
        </p:nvSpPr>
        <p:spPr>
          <a:xfrm>
            <a:off x="8610000" y="4120000"/>
            <a:ext cx="2380000" cy="7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6000"/>
              </a:srgbClr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780000" y="4320000"/>
            <a:ext cx="20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 dirty="0">
                <a:b/>
                <a:solidFill>
                  <a:srgbClr val="F7F9FF"/>
                </a:solidFill>
                <a:latin typeface="Manrope"/>
                <a:cs typeface="Manrope"/>
              </a:rPr>
              <a:t>Понятный roadmap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Demo readiness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10192444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150000" y="-950000"/>
            <a:ext cx="3800000" cy="3800000"/>
          </a:xfrm>
          <a:prstGeom prst="roundRect">
            <a:avLst/>
          </a:prstGeom>
          <a:solidFill>
            <a:srgbClr val="7C5CFF">
              <a:alpha val="42000"/>
            </a:srgbClr>
          </a:solidFill>
          <a:ln w="12700">
            <a:solidFill>
              <a:srgbClr val="7C5C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9500000" y="4350000"/>
            <a:ext cx="3600000" cy="3600000"/>
          </a:xfrm>
          <a:prstGeom prst="roundRect">
            <a:avLst/>
          </a:prstGeom>
          <a:solidFill>
            <a:srgbClr val="58D7FF">
              <a:alpha val="3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10000" y="580000"/>
            <a:ext cx="10970000" cy="5560000"/>
          </a:xfrm>
          <a:prstGeom prst="round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80000" y="410000"/>
            <a:ext cx="16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F7F9FF"/>
                </a:solidFill>
                <a:latin typeface="Manrope"/>
                <a:cs typeface="Manrope"/>
              </a:rPr>
              <a:t>NEXUS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0000" y="410000"/>
            <a:ext cx="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1350" dirty="0">
                <a:b/>
                <a:solidFill>
                  <a:srgbClr val="AEB7D4"/>
                </a:solidFill>
                <a:latin typeface="Manrope"/>
                <a:cs typeface="Manrope"/>
              </a:rPr>
              <a:t>18 / 18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40000" y="1040000"/>
            <a:ext cx="6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dirty="0">
                <a:b/>
                <a:solidFill>
                  <a:srgbClr val="4FFFD2"/>
                </a:solidFill>
                <a:latin typeface="Manrope"/>
                <a:cs typeface="Manrope"/>
              </a:rPr>
              <a:t>Финал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40000" y="1390000"/>
            <a:ext cx="92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50" dirty="0">
                <a:b/>
                <a:solidFill>
                  <a:srgbClr val="F7F9FF"/>
                </a:solidFill>
                <a:latin typeface="Manrope"/>
                <a:cs typeface="Manrope"/>
              </a:rPr>
              <a:t>Nexus Beta — фундамент будущей коммуникационной платформы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000" y="2920000"/>
            <a:ext cx="8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50" dirty="0">
                <a:solidFill>
                  <a:srgbClr val="D8E0FA"/>
                </a:solidFill>
                <a:latin typeface="Manrope"/>
                <a:cs typeface="Manrope"/>
              </a:rPr>
              <a:t>Следующий шаг — проверить продукт на реальных сценариях, укрепить стабильность и довести N-Web/v1 до публичного релиза.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050000" y="4010000"/>
            <a:ext cx="9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Показать beta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Собрать feedback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Стабилизировать Web Core</a:t>
            </a:r>
          </a:p>
          <a:p>
            <a:pPr marL="285750" indent="-171450">
              <a:buChar char="•"/>
            </a:pPr>
            <a:r>
              <a:rPr lang="ru-RU" sz="1850" dirty="0">
                <a:solidFill>
                  <a:srgbClr val="D8E0FA"/>
                </a:solidFill>
                <a:latin typeface="Manrope"/>
                <a:cs typeface="Manrope"/>
              </a:rPr>
              <a:t>Готовить N-Web/v1 release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80000" y="6325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50" dirty="0">
                <a:b/>
                <a:solidFill>
                  <a:srgbClr val="AEB7D4"/>
                </a:solidFill>
                <a:latin typeface="Manrope"/>
                <a:cs typeface="Manrope"/>
              </a:rPr>
              <a:t>Thank you</a:t>
            </a:r>
          </a:p>
        </p:txBody>
      </p:sp>
      <p:sp>
        <p:nvSpPr>
          <p:cNvPr id="91" name="Shape 91"/>
          <p:cNvSpPr/>
          <p:nvPr/>
        </p:nvSpPr>
        <p:spPr>
          <a:xfrm>
            <a:off x="5000000" y="6400000"/>
            <a:ext cx="6392000" cy="7000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92" name="Shape 92"/>
          <p:cNvSpPr/>
          <p:nvPr/>
        </p:nvSpPr>
        <p:spPr>
          <a:xfrm>
            <a:off x="5000000" y="6400000"/>
            <a:ext cx="10792000" cy="70000"/>
          </a:xfrm>
          <a:prstGeom prst="roundRect">
            <a:avLst/>
          </a:prstGeom>
          <a:solidFill>
            <a:srgbClr val="58D7FF">
              <a:alpha val="100000"/>
            </a:srgbClr>
          </a:solidFill>
          <a:ln w="12700">
            <a:solidFill>
              <a:srgbClr val="58D7FF">
                <a:alpha val="0"/>
              </a:srgbClr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">
  <a:themeElements>
    <a:clrScheme name="Nexus">
      <a:dk1>
        <a:srgbClr val="070914"/>
      </a:dk1>
      <a:lt1>
        <a:srgbClr val="F7F9FF"/>
      </a:lt1>
      <a:dk2>
        <a:srgbClr val="12172A"/>
      </a:dk2>
      <a:lt2>
        <a:srgbClr val="D8E0FA"/>
      </a:lt2>
      <a:accent1>
        <a:srgbClr val="7C5CFF"/>
      </a:accent1>
      <a:accent2>
        <a:srgbClr val="58D7FF"/>
      </a:accent2>
      <a:accent3>
        <a:srgbClr val="4FFFD2"/>
      </a:accent3>
      <a:accent4>
        <a:srgbClr val="F6B73C"/>
      </a:accent4>
      <a:accent5>
        <a:srgbClr val="FF5C8A"/>
      </a:accent5>
      <a:accent6>
        <a:srgbClr val="AEB7D4"/>
      </a:accent6>
      <a:hlink>
        <a:srgbClr val="58D7FF"/>
      </a:hlink>
      <a:folHlink>
        <a:srgbClr val="7C5CFF"/>
      </a:folHlink>
    </a:clrScheme>
    <a:fontScheme name="Nexu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Nexu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Harvi Code</Application>
  <PresentationFormat>On-screen Show (16:9)</PresentationFormat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презентация продукта</dc:title>
  <dc:creator>Harvi Code</dc:creator>
  <cp:lastModifiedBy>Harvi Code</cp:lastModifiedBy>
  <dcterms:created xsi:type="dcterms:W3CDTF">2026-07-13T06:16:19.983231+00:00</dcterms:created>
  <dcterms:modified xsi:type="dcterms:W3CDTF">2026-07-13T06:16:19.983231+00:00</dcterms:modified>
</cp:coreProperties>
</file>